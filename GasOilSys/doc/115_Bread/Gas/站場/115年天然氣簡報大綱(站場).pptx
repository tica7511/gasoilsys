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  <p:sldMasterId id="2147483698" r:id="rId3"/>
  </p:sldMasterIdLst>
  <p:sldIdLst>
    <p:sldId id="256" r:id="rId4"/>
    <p:sldId id="257" r:id="rId5"/>
    <p:sldId id="260" r:id="rId6"/>
    <p:sldId id="284" r:id="rId7"/>
    <p:sldId id="306" r:id="rId8"/>
    <p:sldId id="307" r:id="rId9"/>
    <p:sldId id="286" r:id="rId10"/>
    <p:sldId id="264" r:id="rId11"/>
    <p:sldId id="272" r:id="rId12"/>
    <p:sldId id="302" r:id="rId13"/>
    <p:sldId id="271" r:id="rId14"/>
    <p:sldId id="297" r:id="rId15"/>
    <p:sldId id="298" r:id="rId16"/>
    <p:sldId id="287" r:id="rId17"/>
    <p:sldId id="29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林素玉" initials="林素玉" lastIdx="1" clrIdx="0">
    <p:extLst>
      <p:ext uri="{19B8F6BF-5375-455C-9EA6-DF929625EA0E}">
        <p15:presenceInfo xmlns:p15="http://schemas.microsoft.com/office/powerpoint/2012/main" userId="S-1-5-21-3886091937-3993499380-1032164792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EDF4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62" d="100"/>
          <a:sy n="62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16T12:10:15.070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16T12:10:15.070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96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23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62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683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18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67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4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461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72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17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20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55740"/>
            <a:ext cx="1055258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9104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635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827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498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900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248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947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664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67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117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2618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123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9159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8194F-2846-4DC9-A1CB-ABA4B10B4F15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4290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0E42-D240-464D-BDBF-706F7D2B21F6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1137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41A14-4691-417A-8844-17A590D27649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7264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227A-6CD0-4D72-A4ED-473A6BE3F191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534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65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06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109" y="521589"/>
            <a:ext cx="6145783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66" y="3176778"/>
            <a:ext cx="1104646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61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天然氣生產進口事業輸儲設備查核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天然氣事業部 林口天然氣摻配中心、探採 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事業部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注儲工程處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667000" y="4433311"/>
            <a:ext cx="6858000" cy="1655762"/>
          </a:xfrm>
        </p:spPr>
        <p:txBody>
          <a:bodyPr/>
          <a:lstStyle/>
          <a:p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○○○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115/xx/xx</a:t>
            </a:r>
            <a:endParaRPr lang="zh-TW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60649" y="36844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831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壹、事業單位之基本資料</a:t>
            </a:r>
          </a:p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貳、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管理</a:t>
            </a:r>
          </a:p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參、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肆、災害防救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伍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事故學習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陸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自主管理落實度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柒、</a:t>
            </a:r>
            <a:r>
              <a:rPr lang="zh-TW" altLang="en-US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003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壹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、事業單位之基本資料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製程單元或輸儲流程</a:t>
            </a:r>
          </a:p>
        </p:txBody>
      </p:sp>
    </p:spTree>
    <p:extLst>
      <p:ext uri="{BB962C8B-B14F-4D97-AF65-F5344CB8AC3E}">
        <p14:creationId xmlns:p14="http://schemas.microsoft.com/office/powerpoint/2010/main" val="249318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貳、管線管理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2152650" y="1654195"/>
            <a:ext cx="8210550" cy="41597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絕緣法蘭檢測及維護情形</a:t>
            </a:r>
            <a:endParaRPr lang="en-US" altLang="zh-TW" sz="2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站場地上管線維護管理情形</a:t>
            </a:r>
            <a:endParaRPr lang="en-US" altLang="zh-TW" sz="2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888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4675"/>
            <a:ext cx="6973418" cy="6093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轄區自訂之監控中心管理程序書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非總公司版本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管理方式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人數、輪班制、時數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班、人數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現有即時監測系統、</a:t>
            </a:r>
            <a:r>
              <a:rPr lang="zh-TW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各管線壓力計及流量計之校正週期、最近一次校正日期及校正結果（列表說明）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altLang="zh-TW" smtClean="0"/>
              <a:pPr/>
              <a:t>5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676402" y="2989415"/>
          <a:ext cx="9524995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425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546449298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411777520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045382388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174517286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498343091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199454943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2812315280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03430437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511489417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3727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自有端是否有設置壓力計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自有端是否有設置流量計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流量計型式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質量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/…)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流量計最小精度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06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4675"/>
            <a:ext cx="6973418" cy="6093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4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各管線流量及壓力警報設定上、下限值及依據</a:t>
            </a:r>
            <a:r>
              <a:rPr lang="zh-TW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（列表說明）</a:t>
            </a:r>
            <a:endParaRPr lang="en-US" altLang="zh-TW" sz="20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6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管線泵送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模式說明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進出節點、壓力流量計位置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及注意重點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流量及壓力警報發生頻率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與設定範圍之關係探討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有異常情形發生時，其操作流程圖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保壓測試程序、保壓之壓力值及異常警報設定值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無此作業則免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B0F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altLang="zh-TW" smtClean="0"/>
              <a:pPr/>
              <a:t>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828799" y="1981200"/>
          <a:ext cx="9144001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856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343320">
                  <a:extLst>
                    <a:ext uri="{9D8B030D-6E8A-4147-A177-3AD203B41FA5}">
                      <a16:colId xmlns:a16="http://schemas.microsoft.com/office/drawing/2014/main" val="169350947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167981145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257521754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2305703047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339844691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308518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負責泵送或接收之控制室名稱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操作壓力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歷史操作壓力變動範圍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(%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或絕對值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起泵至穩態之時間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XX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分鐘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3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叁、控制室管理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189521" y="1600200"/>
            <a:ext cx="7239000" cy="3429000"/>
          </a:xfrm>
        </p:spPr>
        <p:txBody>
          <a:bodyPr/>
          <a:lstStyle/>
          <a:p>
            <a:pPr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操作人員授證與能力</a:t>
            </a:r>
            <a:endParaRPr lang="zh-TW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合格操作人員要求及授證程序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操作人員職責要求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操作人員對於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所操作的長途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管線的路徑熟悉度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操作班與管線單位之互動機制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操作人員對系統之異常設定及應變之熟悉度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851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73201" y="1724026"/>
            <a:ext cx="10095255" cy="4151841"/>
          </a:xfrm>
        </p:spPr>
        <p:txBody>
          <a:bodyPr>
            <a:normAutofit/>
          </a:bodyPr>
          <a:lstStyle/>
          <a:p>
            <a:pPr marL="12700" marR="5080" indent="-514350">
              <a:lnSpc>
                <a:spcPct val="200000"/>
              </a:lnSpc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長途輸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氣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管線事故緊急應變處理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 indent="-514350">
              <a:lnSpc>
                <a:spcPct val="200000"/>
              </a:lnSpc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地震後緊急應變處理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供氣穩定應變機制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來源氣變動之氣源切轉規劃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操作流程</a:t>
            </a:r>
          </a:p>
        </p:txBody>
      </p:sp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肆、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6D52F8C0-FB4E-45B7-AD0E-F395CB08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859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肆、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816474" y="1703216"/>
            <a:ext cx="9537326" cy="4285207"/>
          </a:xfrm>
        </p:spPr>
        <p:txBody>
          <a:bodyPr>
            <a:noAutofit/>
          </a:bodyPr>
          <a:lstStyle/>
          <a:p>
            <a:pPr>
              <a:buFont typeface="+mj-ea"/>
              <a:buAutoNum type="ea1ChtPeriod" startAt="4"/>
            </a:pP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場站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及長途管線洩漏偵測設施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校正週期說明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校正標準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維修、汰換機制說明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+mj-ea"/>
              <a:buAutoNum type="ea1ChtPeriod" startAt="4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場站洩漏偵測自主檢測執行情況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檢測方法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檢測頻度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檢測範圍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檢測標準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檢測結果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500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肆、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816474" y="1703216"/>
            <a:ext cx="9537326" cy="2868783"/>
          </a:xfrm>
        </p:spPr>
        <p:txBody>
          <a:bodyPr>
            <a:noAutofit/>
          </a:bodyPr>
          <a:lstStyle/>
          <a:p>
            <a:pPr marL="514350" indent="-514350">
              <a:buFont typeface="+mj-ea"/>
              <a:buAutoNum type="ea1ChtPeriod" startAt="6"/>
            </a:pP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洩漏檢測尚未改善完成說明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年已檢測者，含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10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64D682-FA6E-42A2-B77E-E5144029E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374497"/>
              </p:ext>
            </p:extLst>
          </p:nvPr>
        </p:nvGraphicFramePr>
        <p:xfrm>
          <a:off x="2346528" y="2595754"/>
          <a:ext cx="8270672" cy="1370674"/>
        </p:xfrm>
        <a:graphic>
          <a:graphicData uri="http://schemas.openxmlformats.org/drawingml/2006/table">
            <a:tbl>
              <a:tblPr firstRow="1" firstCol="1" bandRow="1"/>
              <a:tblGrid>
                <a:gridCol w="555867">
                  <a:extLst>
                    <a:ext uri="{9D8B030D-6E8A-4147-A177-3AD203B41FA5}">
                      <a16:colId xmlns:a16="http://schemas.microsoft.com/office/drawing/2014/main" val="320258615"/>
                    </a:ext>
                  </a:extLst>
                </a:gridCol>
                <a:gridCol w="1070452">
                  <a:extLst>
                    <a:ext uri="{9D8B030D-6E8A-4147-A177-3AD203B41FA5}">
                      <a16:colId xmlns:a16="http://schemas.microsoft.com/office/drawing/2014/main" val="3007859862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3240105619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1436798686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4006767415"/>
                    </a:ext>
                  </a:extLst>
                </a:gridCol>
                <a:gridCol w="1757687">
                  <a:extLst>
                    <a:ext uri="{9D8B030D-6E8A-4147-A177-3AD203B41FA5}">
                      <a16:colId xmlns:a16="http://schemas.microsoft.com/office/drawing/2014/main" val="2107366624"/>
                    </a:ext>
                  </a:extLst>
                </a:gridCol>
                <a:gridCol w="1551461">
                  <a:extLst>
                    <a:ext uri="{9D8B030D-6E8A-4147-A177-3AD203B41FA5}">
                      <a16:colId xmlns:a16="http://schemas.microsoft.com/office/drawing/2014/main" val="2840104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序號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站場名稱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檢測日期</a:t>
                      </a:r>
                      <a:endParaRPr lang="en-US" alt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洩漏位置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洩漏源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甲烷濃度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改善情形說明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尚未改善完成前之防護措施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22941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配氣站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113/XX/XX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xx%LEL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xxxxx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ppm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540706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317672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176647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BA0A503B-9813-4F10-B647-2888AD515F22}"/>
              </a:ext>
            </a:extLst>
          </p:cNvPr>
          <p:cNvSpPr txBox="1"/>
          <p:nvPr/>
        </p:nvSpPr>
        <p:spPr>
          <a:xfrm>
            <a:off x="2001067" y="4864009"/>
            <a:ext cx="953732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前一年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(114)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以前洩漏檢測尚未改善完成處，將列入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115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年查核建議，以利追蹤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2302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8781" y="524963"/>
            <a:ext cx="8323656" cy="615553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11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47572"/>
              </p:ext>
            </p:extLst>
          </p:nvPr>
        </p:nvGraphicFramePr>
        <p:xfrm>
          <a:off x="2138781" y="1934278"/>
          <a:ext cx="8422434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事故日期</a:t>
                      </a:r>
                      <a:endParaRPr lang="zh-TW" altLang="zh-TW" sz="1800" kern="100" spc="-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422434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(112-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  <p:extLst>
      <p:ext uri="{BB962C8B-B14F-4D97-AF65-F5344CB8AC3E}">
        <p14:creationId xmlns:p14="http://schemas.microsoft.com/office/powerpoint/2010/main" val="247609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664095"/>
              </p:ext>
            </p:extLst>
          </p:nvPr>
        </p:nvGraphicFramePr>
        <p:xfrm>
          <a:off x="1900518" y="2205259"/>
          <a:ext cx="8946776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065">
                  <a:extLst>
                    <a:ext uri="{9D8B030D-6E8A-4147-A177-3AD203B41FA5}">
                      <a16:colId xmlns:a16="http://schemas.microsoft.com/office/drawing/2014/main" val="454378155"/>
                    </a:ext>
                  </a:extLst>
                </a:gridCol>
                <a:gridCol w="223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9323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</a:tblGrid>
              <a:tr h="418599"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12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17090" y="1489908"/>
            <a:ext cx="93622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包含石油管線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事故列表</a:t>
            </a:r>
          </a:p>
        </p:txBody>
      </p:sp>
    </p:spTree>
    <p:extLst>
      <p:ext uri="{BB962C8B-B14F-4D97-AF65-F5344CB8AC3E}">
        <p14:creationId xmlns:p14="http://schemas.microsoft.com/office/powerpoint/2010/main" val="2916400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1803"/>
              </p:ext>
            </p:extLst>
          </p:nvPr>
        </p:nvGraphicFramePr>
        <p:xfrm>
          <a:off x="1541391" y="2438401"/>
          <a:ext cx="9346741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283">
                  <a:extLst>
                    <a:ext uri="{9D8B030D-6E8A-4147-A177-3AD203B41FA5}">
                      <a16:colId xmlns:a16="http://schemas.microsoft.com/office/drawing/2014/main" val="2227324022"/>
                    </a:ext>
                  </a:extLst>
                </a:gridCol>
                <a:gridCol w="165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163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74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13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541392" y="1524000"/>
            <a:ext cx="98653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3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年度公司其他單位輸儲設施事故，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受查單位有平行展開者請列表</a:t>
            </a:r>
          </a:p>
        </p:txBody>
      </p:sp>
    </p:spTree>
    <p:extLst>
      <p:ext uri="{BB962C8B-B14F-4D97-AF65-F5344CB8AC3E}">
        <p14:creationId xmlns:p14="http://schemas.microsoft.com/office/powerpoint/2010/main" val="4061000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402314"/>
            <a:ext cx="7543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站場天然氣輸儲設備</a:t>
            </a:r>
            <a:r>
              <a:rPr kumimoji="0" lang="zh-HK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9048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</a:t>
            </a: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站場天然氣輸儲設備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內部稽核執行結果說明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664454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767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柒</a:t>
            </a:r>
            <a:r>
              <a:rPr kumimoji="0" sz="3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/>
                <a:ea typeface="+mn-ea"/>
                <a:cs typeface="標楷體"/>
              </a:rPr>
              <a:t>、</a:t>
            </a:r>
            <a:r>
              <a:rPr kumimoji="0" lang="zh-TW" altLang="en-US" sz="3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kumimoji="0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/>
              <a:ea typeface="+mn-ea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057401" y="2667000"/>
          <a:ext cx="7976783" cy="35660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2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3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46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673106" y="1499801"/>
            <a:ext cx="9007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列出最近一次收到正式公文尚未改善完成之查核建議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1802</TotalTime>
  <Words>864</Words>
  <Application>Microsoft Office PowerPoint</Application>
  <PresentationFormat>寬螢幕</PresentationFormat>
  <Paragraphs>179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15</vt:i4>
      </vt:variant>
    </vt:vector>
  </HeadingPairs>
  <TitlesOfParts>
    <vt:vector size="24" baseType="lpstr">
      <vt:lpstr>標楷體</vt:lpstr>
      <vt:lpstr>Arial</vt:lpstr>
      <vt:lpstr>Calibri</vt:lpstr>
      <vt:lpstr>Calibri Light</vt:lpstr>
      <vt:lpstr>Times New Roman</vt:lpstr>
      <vt:lpstr>Wingdings</vt:lpstr>
      <vt:lpstr>Office 佈景主題</vt:lpstr>
      <vt:lpstr>1_Office 佈景主題</vt:lpstr>
      <vt:lpstr>Office Theme</vt:lpstr>
      <vt:lpstr>115年度 天然氣生產進口事業輸儲設備查核 天然氣事業部 林口天然氣摻配中心、探採 事業部 注儲工程處</vt:lpstr>
      <vt:lpstr>大綱</vt:lpstr>
      <vt:lpstr>壹、事業單位之基本資料</vt:lpstr>
      <vt:lpstr>貳、管線管理</vt:lpstr>
      <vt:lpstr>叁、控制室管理</vt:lpstr>
      <vt:lpstr>叁、控制室管理</vt:lpstr>
      <vt:lpstr>叁、控制室管理</vt:lpstr>
      <vt:lpstr>肆、災害防救執行情況</vt:lpstr>
      <vt:lpstr>肆、災害防救執行情況</vt:lpstr>
      <vt:lpstr>肆、災害防救執行情況</vt:lpstr>
      <vt:lpstr>伍、事故學習</vt:lpstr>
      <vt:lpstr>伍、事故學習</vt:lpstr>
      <vt:lpstr>伍、事故學習</vt:lpstr>
      <vt:lpstr>陸、自主管理落實度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110年度 天然氣生產進口事業輸儲設備查核 天然氣(探採)事業部○○○○(液化天然氣廠、供氣中心、處理廠)</dc:title>
  <dc:creator>林素玉</dc:creator>
  <cp:lastModifiedBy>林素玉</cp:lastModifiedBy>
  <cp:revision>88</cp:revision>
  <dcterms:created xsi:type="dcterms:W3CDTF">2021-02-19T07:56:45Z</dcterms:created>
  <dcterms:modified xsi:type="dcterms:W3CDTF">2026-02-10T14:29:26Z</dcterms:modified>
</cp:coreProperties>
</file>